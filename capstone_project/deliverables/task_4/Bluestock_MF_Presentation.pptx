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F172A"/>
                </a:solidFill>
              </a:defRPr>
            </a:pPr>
            <a:r>
              <a:t>Bluestock Mutual Fund Analytics</a:t>
            </a:r>
          </a:p>
          <a:p>
            <a:pPr algn="ctr">
              <a:defRPr sz="2200">
                <a:solidFill>
                  <a:srgbClr val="2563EB"/>
                </a:solidFill>
              </a:defRPr>
            </a:pPr>
            <a:r>
              <a:t>Capstone Project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75569"/>
                </a:solidFill>
              </a:defRPr>
            </a:pPr>
            <a:r>
              <a:t>End-to-end ETL • EDA • Performance Analytics • Power BI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Chandan Murthy H. J.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Mutual-fund data is distributed across scheme, NAV, AUM, SIP, investor, holdings, and benchmark datasets.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Without a repeatable pipeline, validation, comparison, and reporting become manual and inconsistent.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Objective: build a reproducible analytics workflow from raw data to business intelligence.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Key outcomes: validated data, relational storage, EDA, risk/return metrics, advanced analytics, and dashboard-ready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Supplied mutual-fund data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Fund Master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40 schemes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NAV History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46,000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0020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AUM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90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Monthly SIP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48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260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Folio Count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21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Scheme Performance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40 schemes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Investor Transactions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32,778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4348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61772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Portfolio Holdings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322 holdings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4348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617720"/>
            <a:ext cx="2971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Benchmarks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8,050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508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CSV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670048"/>
            <a:ext cx="32004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331720"/>
            <a:ext cx="1508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ETL + VALIDATION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6320" y="2670048"/>
            <a:ext cx="32004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331720"/>
            <a:ext cx="1508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SQLITE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670048"/>
            <a:ext cx="32004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31720"/>
            <a:ext cx="1508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04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ANALYTICS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2670048"/>
            <a:ext cx="32004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6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331720"/>
            <a:ext cx="15087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05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Python + Pandas for ingestion and transformation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SQLite for structured analytical storage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Plotly / Seaborn / Matplotlib for analysis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Power BI for interactive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EDA Highlights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Market, AUM and SIP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NAV TREND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Indexed NAV analysis normalizes scheme starting values to 100, enabling comparison of multi-year growth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AUM BY FUND HOUSE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Yearly aggregation highlights differences in AMC scale and concentration across the supplied 2022–2025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SIP INFLOWS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Monthly SIP analysis identifies changes in systematic-investment activity across January 2022–December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EDA Highlights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Investor, geography and portfolio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INVESTOR DEMOGRAPHICS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Age, gender, income and transaction type support behavioral segmentation.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GEOGRAPHY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State-level SIP activity and T30/B30 segmentation show geographic participation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39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PORTFOLIO EXPOSURE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Holdings are aggregated by sector to reveal portfolio concentration and diversification characteristics.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Return and risk-adjusted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CAGR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Annualized compound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6002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Volatility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Dispersion of 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Sharpe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Excess return / total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16002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Sortino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Excess return / downside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Alpha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Benchmark-adjusted excess return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4747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6576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Beta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Sensitivity to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747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2103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Max Drawdown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Peak-to-trough decline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Risk &amp; Advanced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39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VALUE AT RISK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Loss-threshold analysis at a defined confidence level and horizon.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39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COHORT ANALYSIS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Investor groups can be compared by age, income, city tier, transaction type, and investment period.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39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RECOMMENDER LOGIC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Transparent filtering/scoring can combine investor characteristics with scheme risk and return attributes.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Dashboard — Executive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10241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POWER BI PAGE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Insert the final Executive Overview screenshot here. Recommended KPIs: total AUM, SIP inflow, scheme count, folio count, and headline performance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257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Use at least two functional slicers, such as fund house, category, year, or scheme.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Keep KPI cards at the top and drill-down visuals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Dashboard —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FUND / PERFORMANCE VIEW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Insert the final performance dashboard screenshot here: NAV trend, return metrics, benchmark comparison, and risk measures.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663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INVESTOR / RISK VIEW</a:t>
            </a:r>
          </a:p>
          <a:p>
            <a:pPr>
              <a:spcBef>
                <a:spcPts val="700"/>
              </a:spcBef>
              <a:defRPr sz="1100">
                <a:solidFill>
                  <a:srgbClr val="475569"/>
                </a:solidFill>
              </a:defRPr>
            </a:pPr>
            <a:r>
              <a:t>Insert the final investor or risk dashboard screenshot here: demographics, geography, portfolio exposure, volatility and drawdown.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Use at least two slicers per page and verify they affect the visuals correctly.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The dataset contains 40 schemes across 10 fund houses and 46,000 daily NAV observations.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Investor transactions cover 5,000 unique investors and support multi-dimensional segmentation.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AUM analysis reveals meaningful differences in scale across fund houses.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SIP time-series analysis provides a clear view of systematic-investment activity over four years.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Scheme correlations show varying degrees of common market movement.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Portfolio holdings support sector-level concentration analysis.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Combining performance, risk, investor and portfolio data creates a unified analytical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2563EB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75569"/>
                </a:solidFill>
              </a:defRPr>
            </a:pPr>
            <a:r>
              <a:t>Chandan Murthy H. J.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Capstone Project I •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Bluestock Fintech • Mutual Fund Analytics •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